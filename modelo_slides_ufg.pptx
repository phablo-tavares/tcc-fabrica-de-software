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4" r:id="rId7"/>
    <p:sldId id="266" r:id="rId8"/>
    <p:sldId id="268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C5"/>
    <a:srgbClr val="B9D0EC"/>
    <a:srgbClr val="B9D1EC"/>
    <a:srgbClr val="0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1" autoAdjust="0"/>
    <p:restoredTop sz="94660"/>
  </p:normalViewPr>
  <p:slideViewPr>
    <p:cSldViewPr snapToGrid="0" snapToObjects="1">
      <p:cViewPr>
        <p:scale>
          <a:sx n="85" d="100"/>
          <a:sy n="85" d="100"/>
        </p:scale>
        <p:origin x="-3896" y="-1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0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16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7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3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6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9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6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2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3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9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417EF-E74E-274F-B357-2A231EB9F870}" type="datetimeFigureOut">
              <a:rPr lang="en-US" smtClean="0"/>
              <a:t>06/04/18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CC7A1-2C1A-3846-82E8-AF0E82591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0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slidesufg-0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7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9144000" y="4663295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20" name="Right Triangle 19"/>
            <p:cNvSpPr/>
            <p:nvPr/>
          </p:nvSpPr>
          <p:spPr>
            <a:xfrm>
              <a:off x="0" y="0"/>
              <a:ext cx="6863453" cy="6858000"/>
            </a:xfrm>
            <a:prstGeom prst="rtTriangle">
              <a:avLst/>
            </a:prstGeom>
            <a:solidFill>
              <a:srgbClr val="B9D0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ight Triangle 20"/>
            <p:cNvSpPr/>
            <p:nvPr/>
          </p:nvSpPr>
          <p:spPr>
            <a:xfrm rot="10800000" flipV="1">
              <a:off x="4585329" y="4320227"/>
              <a:ext cx="4558671" cy="2537773"/>
            </a:xfrm>
            <a:prstGeom prst="rtTriangle">
              <a:avLst/>
            </a:prstGeom>
            <a:solidFill>
              <a:srgbClr val="B9D1E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b="1" dirty="0" err="1"/>
              <a:t>Lorem</a:t>
            </a:r>
            <a:r>
              <a:rPr lang="pt-BR" sz="2800" b="1" dirty="0"/>
              <a:t> Ipsum</a:t>
            </a:r>
            <a:r>
              <a:rPr lang="pt-BR" sz="2800" dirty="0"/>
              <a:t> é simplesmente uma simulação de texto da indústria tipográfica e de impressos, e vem sendo utilizado desde o século XVI, quando um impressor desconhecido pegou uma bandeja de tipos e os embaralhou para fazer um livro de modelos de tipos.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 smtClean="0">
                <a:latin typeface="Myriad Pro"/>
                <a:cs typeface="Myriad Pro"/>
              </a:rPr>
              <a:t>TÍTULO</a:t>
            </a:r>
            <a:endParaRPr lang="en-US" sz="4000" b="1" dirty="0">
              <a:latin typeface="Myriad Pro"/>
              <a:cs typeface="Myriad Pro"/>
            </a:endParaRPr>
          </a:p>
        </p:txBody>
      </p:sp>
      <p:pic>
        <p:nvPicPr>
          <p:cNvPr id="4" name="Picture 3" descr="Marca_UFG_cor_completa_horizont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45" y="6036531"/>
            <a:ext cx="900870" cy="6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9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latin typeface="Myriad Pro"/>
                <a:cs typeface="Myriad Pro"/>
              </a:rPr>
              <a:t>TÍTULO</a:t>
            </a:r>
            <a:endParaRPr lang="en-US" sz="4000" b="1" dirty="0">
              <a:latin typeface="Myriad Pro"/>
              <a:cs typeface="Myriad Pro"/>
            </a:endParaRPr>
          </a:p>
        </p:txBody>
      </p:sp>
      <p:sp>
        <p:nvSpPr>
          <p:cNvPr id="10" name="Right Triangle 9"/>
          <p:cNvSpPr/>
          <p:nvPr/>
        </p:nvSpPr>
        <p:spPr>
          <a:xfrm>
            <a:off x="0" y="4950194"/>
            <a:ext cx="1907806" cy="1907806"/>
          </a:xfrm>
          <a:prstGeom prst="rtTriangle">
            <a:avLst/>
          </a:prstGeom>
          <a:solidFill>
            <a:srgbClr val="B9D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112" y="1600200"/>
            <a:ext cx="3092688" cy="46390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88233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800" b="1" dirty="0" err="1"/>
              <a:t>Lorem</a:t>
            </a:r>
            <a:r>
              <a:rPr lang="pt-BR" sz="2800" b="1" dirty="0"/>
              <a:t> Ipsum</a:t>
            </a:r>
            <a:r>
              <a:rPr lang="pt-BR" sz="2800" dirty="0"/>
              <a:t> é simplesmente uma simulação de texto da indústria tipográfica e de impressos, e vem sendo utilizado desde o século </a:t>
            </a:r>
            <a:r>
              <a:rPr lang="pt-BR" sz="2800" dirty="0" smtClean="0"/>
              <a:t>XVI.</a:t>
            </a:r>
            <a:endParaRPr lang="pt-BR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594112" y="6239232"/>
            <a:ext cx="3092688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1200" dirty="0" err="1" smtClean="0">
                <a:latin typeface="Myriad Pro"/>
                <a:cs typeface="Myriad Pro"/>
              </a:rPr>
              <a:t>Legenda</a:t>
            </a:r>
            <a:endParaRPr lang="en-US" sz="1200" dirty="0">
              <a:latin typeface="Myriad Pro"/>
              <a:cs typeface="Myriad Pro"/>
            </a:endParaRPr>
          </a:p>
        </p:txBody>
      </p:sp>
      <p:pic>
        <p:nvPicPr>
          <p:cNvPr id="8" name="Picture 7" descr="Marca_UFG_cor_completa_horizonta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5" y="6036531"/>
            <a:ext cx="900870" cy="631678"/>
          </a:xfrm>
          <a:prstGeom prst="rect">
            <a:avLst/>
          </a:prstGeom>
        </p:spPr>
      </p:pic>
      <p:pic>
        <p:nvPicPr>
          <p:cNvPr id="13" name="Picture 12" descr="padrao-04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87" t="66656" r="20849"/>
          <a:stretch/>
        </p:blipFill>
        <p:spPr>
          <a:xfrm flipH="1">
            <a:off x="7558226" y="0"/>
            <a:ext cx="1606094" cy="215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8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latin typeface="Myriad Pro"/>
                <a:cs typeface="Myriad Pro"/>
              </a:rPr>
              <a:t>TÍTULO</a:t>
            </a:r>
            <a:endParaRPr lang="en-US" sz="4000" b="1" dirty="0">
              <a:latin typeface="Myriad Pro"/>
              <a:cs typeface="Myriad Pro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3092688" cy="4639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056670"/>
            <a:ext cx="3092688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1200" dirty="0" err="1" smtClean="0">
                <a:latin typeface="Myriad Pro"/>
                <a:cs typeface="Myriad Pro"/>
              </a:rPr>
              <a:t>Legenda</a:t>
            </a:r>
            <a:endParaRPr lang="en-US" sz="1200" dirty="0">
              <a:latin typeface="Myriad Pro"/>
              <a:cs typeface="Myriad Pro"/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7236194" y="4950194"/>
            <a:ext cx="1907806" cy="1907806"/>
          </a:xfrm>
          <a:prstGeom prst="rtTriangle">
            <a:avLst/>
          </a:prstGeom>
          <a:solidFill>
            <a:srgbClr val="B9D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198567" y="1411237"/>
            <a:ext cx="4488233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pt-BR" sz="2800" b="1" dirty="0" err="1" smtClean="0"/>
              <a:t>Lorem</a:t>
            </a:r>
            <a:r>
              <a:rPr lang="pt-BR" sz="2800" b="1" dirty="0" smtClean="0"/>
              <a:t> Ipsum</a:t>
            </a:r>
            <a:r>
              <a:rPr lang="pt-BR" sz="2800" dirty="0" smtClean="0"/>
              <a:t> é simplesmente uma simulação de texto da indústria tipográfica e de </a:t>
            </a:r>
            <a:r>
              <a:rPr lang="pt-BR" sz="2800" dirty="0" smtClean="0"/>
              <a:t>impressos.</a:t>
            </a:r>
            <a:endParaRPr lang="pt-BR" sz="2800" dirty="0"/>
          </a:p>
        </p:txBody>
      </p:sp>
      <p:pic>
        <p:nvPicPr>
          <p:cNvPr id="7" name="Picture 6" descr="Marca_UFG_cor_completa_horizonta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45" y="6036531"/>
            <a:ext cx="900870" cy="631678"/>
          </a:xfrm>
          <a:prstGeom prst="rect">
            <a:avLst/>
          </a:prstGeom>
        </p:spPr>
      </p:pic>
      <p:pic>
        <p:nvPicPr>
          <p:cNvPr id="4" name="Picture 3" descr="padrao-04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87" t="66656" r="20849"/>
          <a:stretch/>
        </p:blipFill>
        <p:spPr>
          <a:xfrm>
            <a:off x="-10160" y="-1"/>
            <a:ext cx="1606094" cy="215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1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latin typeface="Myriad Pro"/>
                <a:cs typeface="Myriad Pro"/>
              </a:rPr>
              <a:t>TÍTULO</a:t>
            </a:r>
            <a:endParaRPr lang="en-US" sz="4000" b="1" dirty="0">
              <a:latin typeface="Myriad Pro"/>
              <a:cs typeface="Myriad Pr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96" y="1507391"/>
            <a:ext cx="6442774" cy="42929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7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351996" y="5835130"/>
            <a:ext cx="6442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 smtClean="0">
                <a:latin typeface="Myriad Pro"/>
                <a:cs typeface="Myriad Pro"/>
              </a:rPr>
              <a:t>Legenda</a:t>
            </a:r>
            <a:endParaRPr lang="en-US" sz="1200" dirty="0">
              <a:latin typeface="Myriad Pro"/>
              <a:cs typeface="Myriad Pro"/>
            </a:endParaRPr>
          </a:p>
        </p:txBody>
      </p:sp>
      <p:pic>
        <p:nvPicPr>
          <p:cNvPr id="7" name="Picture 6" descr="Marca_UFG_cor_completa_horizonta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45" y="6036531"/>
            <a:ext cx="900870" cy="6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2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2998" y="274638"/>
            <a:ext cx="6983802" cy="1143000"/>
          </a:xfrm>
        </p:spPr>
        <p:txBody>
          <a:bodyPr/>
          <a:lstStyle/>
          <a:p>
            <a:r>
              <a:rPr lang="en-US" b="1" dirty="0" smtClean="0">
                <a:latin typeface="Myriad Pro"/>
                <a:cs typeface="Myriad Pro"/>
              </a:rPr>
              <a:t>T</a:t>
            </a:r>
            <a:r>
              <a:rPr lang="en-US" b="1" dirty="0" smtClean="0">
                <a:latin typeface="Myriad Pro"/>
                <a:cs typeface="Myriad Pro"/>
              </a:rPr>
              <a:t>ÍTULO</a:t>
            </a:r>
            <a:endParaRPr lang="en-US" b="1" dirty="0">
              <a:latin typeface="Myriad Pro"/>
              <a:cs typeface="Myriad Pr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2998" y="1600200"/>
            <a:ext cx="6983801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b="1" dirty="0" err="1"/>
              <a:t>Lorem</a:t>
            </a:r>
            <a:r>
              <a:rPr lang="pt-BR" sz="2800" b="1" dirty="0"/>
              <a:t> Ipsum</a:t>
            </a:r>
            <a:r>
              <a:rPr lang="pt-BR" sz="2800" dirty="0"/>
              <a:t> é simplesmente uma simulação de texto da indústria tipográfica e de impressos.</a:t>
            </a:r>
            <a:endParaRPr lang="pt-BR" sz="2800" dirty="0"/>
          </a:p>
        </p:txBody>
      </p:sp>
      <p:pic>
        <p:nvPicPr>
          <p:cNvPr id="4" name="Picture 3" descr="padrao-04-04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67" r="20497"/>
          <a:stretch/>
        </p:blipFill>
        <p:spPr>
          <a:xfrm>
            <a:off x="0" y="-2627696"/>
            <a:ext cx="1456034" cy="12501120"/>
          </a:xfrm>
          <a:prstGeom prst="rect">
            <a:avLst/>
          </a:prstGeom>
        </p:spPr>
      </p:pic>
      <p:pic>
        <p:nvPicPr>
          <p:cNvPr id="5" name="Picture 4" descr="Marca_UFG_cor_completa_horizonta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45" y="6036531"/>
            <a:ext cx="900870" cy="6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3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Myriad Pro"/>
                <a:cs typeface="Myriad Pro"/>
              </a:rPr>
              <a:t>T</a:t>
            </a:r>
            <a:r>
              <a:rPr lang="en-US" b="1" dirty="0" smtClean="0">
                <a:latin typeface="Myriad Pro"/>
                <a:cs typeface="Myriad Pro"/>
              </a:rPr>
              <a:t>ÍTULO</a:t>
            </a:r>
            <a:endParaRPr lang="en-US" b="1" dirty="0">
              <a:latin typeface="Myriad Pro"/>
              <a:cs typeface="Myriad Pr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b="1" dirty="0" err="1"/>
              <a:t>Lorem</a:t>
            </a:r>
            <a:r>
              <a:rPr lang="pt-BR" sz="2800" b="1" dirty="0"/>
              <a:t> Ipsum</a:t>
            </a:r>
            <a:r>
              <a:rPr lang="pt-BR" sz="2800" dirty="0"/>
              <a:t> é simplesmente uma simulação de texto da indústria tipográfica e de impressos, e vem sendo utilizado desde o século XVI, quando um impressor desconhecido pegou uma bandeja de tipos e os embaralhou para fazer um livro de modelos de tipos</a:t>
            </a:r>
            <a:r>
              <a:rPr lang="pt-BR" sz="2800" dirty="0" smtClean="0"/>
              <a:t>.</a:t>
            </a:r>
            <a:endParaRPr lang="en-US" sz="2800" dirty="0"/>
          </a:p>
        </p:txBody>
      </p:sp>
      <p:pic>
        <p:nvPicPr>
          <p:cNvPr id="4" name="Picture 3" descr="padrao-04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8" t="59436" b="7754"/>
          <a:stretch/>
        </p:blipFill>
        <p:spPr>
          <a:xfrm>
            <a:off x="4795058" y="0"/>
            <a:ext cx="6076532" cy="1905076"/>
          </a:xfrm>
          <a:prstGeom prst="rect">
            <a:avLst/>
          </a:prstGeom>
        </p:spPr>
      </p:pic>
      <p:pic>
        <p:nvPicPr>
          <p:cNvPr id="5" name="Picture 4" descr="Marca_UFG_cor_completa_horizonta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45" y="6036531"/>
            <a:ext cx="900870" cy="6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6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0797"/>
            <a:ext cx="2226235" cy="5176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0706" y="274638"/>
            <a:ext cx="6326094" cy="1143000"/>
          </a:xfrm>
        </p:spPr>
        <p:txBody>
          <a:bodyPr/>
          <a:lstStyle/>
          <a:p>
            <a:r>
              <a:rPr lang="en-US" b="1" dirty="0" smtClean="0">
                <a:latin typeface="Myriad Pro"/>
                <a:cs typeface="Myriad Pro"/>
              </a:rPr>
              <a:t>T</a:t>
            </a:r>
            <a:r>
              <a:rPr lang="en-US" b="1" dirty="0" smtClean="0">
                <a:latin typeface="Myriad Pro"/>
                <a:cs typeface="Myriad Pro"/>
              </a:rPr>
              <a:t>ÍTULO</a:t>
            </a:r>
            <a:endParaRPr lang="en-US" b="1" dirty="0">
              <a:latin typeface="Myriad Pro"/>
              <a:cs typeface="Myriad Pr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0706" y="1600200"/>
            <a:ext cx="63260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b="1" dirty="0" err="1"/>
              <a:t>Lorem</a:t>
            </a:r>
            <a:r>
              <a:rPr lang="pt-BR" sz="2800" b="1" dirty="0"/>
              <a:t> Ipsum</a:t>
            </a:r>
            <a:r>
              <a:rPr lang="pt-BR" sz="2800" dirty="0"/>
              <a:t> é simplesmente uma simulação de texto da indústria tipográfica e de impressos, e vem sendo utilizado desde o século XVI, quando um impressor desconhecido pegou uma bandeja de tipos e os embaralhou para fazer um livro de modelos de tipos. </a:t>
            </a:r>
          </a:p>
          <a:p>
            <a:pPr marL="0" indent="0" algn="just">
              <a:buNone/>
            </a:pPr>
            <a:endParaRPr lang="pt-BR" sz="1800" dirty="0"/>
          </a:p>
          <a:p>
            <a:endParaRPr lang="en-US" sz="1800" dirty="0"/>
          </a:p>
        </p:txBody>
      </p:sp>
      <p:pic>
        <p:nvPicPr>
          <p:cNvPr id="5" name="Picture 4" descr="Marca_UFG_cor_completa_horizonta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45" y="6036531"/>
            <a:ext cx="900870" cy="6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28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9144000" y="4663295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692913"/>
            <a:ext cx="9143999" cy="3339334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Myriad Pro"/>
                <a:cs typeface="Myriad Pro"/>
              </a:rPr>
              <a:t>Obrigado(a)!</a:t>
            </a:r>
            <a:endParaRPr lang="en-US" sz="6000" b="1" dirty="0">
              <a:latin typeface="Myriad Pro"/>
              <a:cs typeface="Myriad Pro"/>
            </a:endParaRPr>
          </a:p>
        </p:txBody>
      </p:sp>
      <p:sp>
        <p:nvSpPr>
          <p:cNvPr id="13" name="Right Triangle 12"/>
          <p:cNvSpPr/>
          <p:nvPr/>
        </p:nvSpPr>
        <p:spPr>
          <a:xfrm rot="5400000">
            <a:off x="1989784" y="-1989783"/>
            <a:ext cx="2653231" cy="6632797"/>
          </a:xfrm>
          <a:prstGeom prst="rtTriangle">
            <a:avLst/>
          </a:prstGeom>
          <a:solidFill>
            <a:srgbClr val="00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/>
          <p:cNvSpPr/>
          <p:nvPr/>
        </p:nvSpPr>
        <p:spPr>
          <a:xfrm rot="16200000">
            <a:off x="4500986" y="2214986"/>
            <a:ext cx="2653231" cy="6632797"/>
          </a:xfrm>
          <a:prstGeom prst="rtTriangle">
            <a:avLst/>
          </a:prstGeom>
          <a:solidFill>
            <a:srgbClr val="00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Marca_UFG_cor_completa_horizont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488526"/>
            <a:ext cx="1953080" cy="136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29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27</Words>
  <Application>Microsoft Macintosh PowerPoint</Application>
  <PresentationFormat>On-screen Show (4:3)</PresentationFormat>
  <Paragraphs>17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TÍTULO</vt:lpstr>
      <vt:lpstr>TÍTULO</vt:lpstr>
      <vt:lpstr>TÍTULO</vt:lpstr>
      <vt:lpstr>TÍTULO</vt:lpstr>
      <vt:lpstr>TÍTULO</vt:lpstr>
      <vt:lpstr>TÍTULO</vt:lpstr>
      <vt:lpstr>TÍTULO</vt:lpstr>
      <vt:lpstr>Obrigado(a)!</vt:lpstr>
    </vt:vector>
  </TitlesOfParts>
  <Company>ascom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ASCOM ascom</dc:creator>
  <cp:lastModifiedBy>ASCOM</cp:lastModifiedBy>
  <cp:revision>24</cp:revision>
  <dcterms:created xsi:type="dcterms:W3CDTF">2018-03-29T13:10:26Z</dcterms:created>
  <dcterms:modified xsi:type="dcterms:W3CDTF">2018-04-06T18:34:21Z</dcterms:modified>
</cp:coreProperties>
</file>